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Meet Maya 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Your AI emotional companion</a:t>
            </a:r>
          </a:p>
          <a:p>
            <a:pPr>
              <a:defRPr sz="2000"/>
            </a:pPr>
            <a:r>
              <a:t>A safe space to talk, breathe, and feel understood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Why Maya?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Some days feel heavy</a:t>
            </a:r>
          </a:p>
          <a:p>
            <a:pPr>
              <a:defRPr sz="2000"/>
            </a:pPr>
            <a:r>
              <a:t>Thoughts get loud</a:t>
            </a:r>
          </a:p>
          <a:p>
            <a:pPr>
              <a:defRPr sz="2000"/>
            </a:pPr>
            <a:r>
              <a:t>You don’t have to explain everything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 Safe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judgment</a:t>
            </a:r>
          </a:p>
          <a:p>
            <a:pPr>
              <a:defRPr sz="2000"/>
            </a:pPr>
            <a:r>
              <a:t>No pressure</a:t>
            </a:r>
          </a:p>
          <a:p>
            <a:pPr>
              <a:defRPr sz="2000"/>
            </a:pPr>
            <a:r>
              <a:t>Just start talking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How Maya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Listens deeply</a:t>
            </a:r>
          </a:p>
          <a:p>
            <a:pPr>
              <a:defRPr sz="2000"/>
            </a:pPr>
            <a:r>
              <a:t>Understands emotions</a:t>
            </a:r>
          </a:p>
          <a:p>
            <a:pPr>
              <a:defRPr sz="2000"/>
            </a:pPr>
            <a:r>
              <a:t>Responds with 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Breathing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Inhale… Hold… Exhale…</a:t>
            </a:r>
          </a:p>
          <a:p>
            <a:pPr>
              <a:defRPr sz="2000"/>
            </a:pPr>
            <a:r>
              <a:t>Guided calming support when overwhelmed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Self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Track your mood daily</a:t>
            </a:r>
          </a:p>
          <a:p>
            <a:pPr>
              <a:defRPr sz="2000"/>
            </a:pPr>
            <a:r>
              <a:t>Write freely in your journal</a:t>
            </a:r>
          </a:p>
          <a:p>
            <a:pPr>
              <a:defRPr sz="2000"/>
            </a:pPr>
            <a:r>
              <a:t>Understand your emotions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Thought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Pause spiraling thoughts</a:t>
            </a:r>
          </a:p>
          <a:p>
            <a:pPr>
              <a:defRPr sz="2000"/>
            </a:pPr>
            <a:r>
              <a:t>Reframe gently</a:t>
            </a:r>
          </a:p>
          <a:p>
            <a:pPr>
              <a:defRPr sz="2000"/>
            </a:pPr>
            <a:r>
              <a:t>See things clearly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You’re Not Alone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If things feel too much</a:t>
            </a:r>
          </a:p>
          <a:p>
            <a:pPr>
              <a:defRPr sz="2000"/>
            </a:pPr>
            <a:r>
              <a:t>Maya helps you reach real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Core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You’re not broken</a:t>
            </a:r>
          </a:p>
          <a:p>
            <a:pPr>
              <a:defRPr sz="2000"/>
            </a:pPr>
            <a:r>
              <a:t>You’re human</a:t>
            </a:r>
          </a:p>
          <a:p>
            <a:pPr>
              <a:defRPr sz="2000"/>
            </a:pPr>
            <a:r>
              <a:t>And that’s okay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Let’s Begin 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Whenever you’re ready</a:t>
            </a:r>
          </a:p>
          <a:p>
            <a:pPr>
              <a:defRPr sz="2000"/>
            </a:pPr>
            <a:r>
              <a:t>Maya is here for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