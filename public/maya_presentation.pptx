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Hey… I’m Maya. 🌸</a:t>
            </a:r>
          </a:p>
          <a:p>
            <a:r>
              <a:t>I’m really glad you’re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days feel heavy. You don’t have to explain everything.</a:t>
            </a:r>
          </a:p>
          <a:p>
            <a:r>
              <a:t>Just start. I’m here to listen — not judge.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Breathe with me… Inhale… hold… exhale… slowly.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your feelings, write your thoughts, and understand them gently.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things feel too much, I’ll help you reach real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You’re not broken. I’m here with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Whenever you’re ready… Let’s begin. 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